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Office Viewer 데모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통합 오피스 뷰어 — PPT 미리보기 테스트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파일 탐색기</a:t>
            </a:r>
          </a:p>
          <a:p>
            <a:r>
              <a:t>탭으로 열기</a:t>
            </a:r>
          </a:p>
          <a:p>
            <a:r>
              <a:t>좌우 분할 보기</a:t>
            </a:r>
          </a:p>
          <a:p>
            <a:r>
              <a:t>엑셀 보기+편집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E639C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